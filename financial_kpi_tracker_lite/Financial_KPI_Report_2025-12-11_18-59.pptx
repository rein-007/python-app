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KPI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Streamlit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Revenue: 6177573.18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Expenses: 4336795.65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Profit_margin: 0.30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Cash_flow: 1840777.53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Growth_rate: -9.17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Expenses</a:t>
            </a:r>
          </a:p>
        </p:txBody>
      </p:sp>
      <p:pic>
        <p:nvPicPr>
          <p:cNvPr id="3" name="Picture 2" descr="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772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7724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